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38928"/>
            <a:ext cx="12191695" cy="1719072"/>
          </a:xfrm>
          <a:prstGeom prst="rect">
            <a:avLst/>
          </a:prstGeom>
          <a:solidFill>
            <a:srgbClr val="17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9EC4DD"/>
                </a:solidFill>
                <a:latin typeface="微软雅黑"/>
                <a:ea typeface="微软雅黑"/>
                <a:cs typeface="微软雅黑"/>
              </a:rPr>
              <a:t>软件系统分析与设计 · 课程实践项目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智能阅读助手 · 需求建模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内置 AI 助手的文档阅读器　|　V0.3 修订版（中间汇报）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第一小组 ｜ 需求调研：刘泽彤 · 王嘉诚 · 罗凤宇 · 何亚聪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第二小组 ｜ 需求建模：郭谦 · 程禹轩 · 朱紫轩 · 廖欣豪 · 汪昊</a:t>
            </a:r>
          </a:p>
          <a:p>
            <a:pPr>
              <a:spcBef>
                <a:spcPts val="1400"/>
              </a:spcBef>
            </a:pPr>
            <a:r>
              <a:rPr sz="1300" b="0">
                <a:solidFill>
                  <a:srgbClr val="9EC4DD"/>
                </a:solidFill>
                <a:latin typeface="微软雅黑"/>
                <a:ea typeface="微软雅黑"/>
                <a:cs typeface="微软雅黑"/>
              </a:rPr>
              <a:t>两个小组采用不同的大模型与技术路线开展实现，需求阶段基于共同基础，由第一小组负责调研、第二小组基于其结论开展建模，后期模块化合并。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9EC4DD"/>
                </a:solidFill>
                <a:latin typeface="微软雅黑"/>
                <a:ea typeface="微软雅黑"/>
                <a:cs typeface="微软雅黑"/>
              </a:rPr>
              <a:t>第二小组 汇报　|　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本轮定位与工作方式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第二小组不做从零建模，而是在 1 组 V0.2 基线上做 V0.3 增量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分工与定位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第一小组负责需求调研 —— 已完成，结论已通过老师审查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第二小组负责需求建模 —— 基于 1 组交付材料开展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需求结论与技术框架两组共用，进入代码阶段后分别独立开发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基线材料已归档至 2 组仓库 baseline-from-1组/（只读）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引用基线时显式标注来源，2 组只为自己产出的增量署名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第二小组工作包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WP1 模型本体修订 —— 已完成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WP-A 图形专项（廖欣豪）：状态图 / 时序图 / 活动图，共 8 张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WP-B 文档专项（朱紫轩）：用例规约 / 追踪矩阵 / TBD 收口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WP-C 界面专项（程禹轩）：界面清单 / 导航图 / 界面规约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WP-D 访谈专项（汪昊）：3–5 人验证访谈与证据映射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基线复核结论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V0.2 建模主体可用，缺口按「修订 / 补全 / 新增」三类定位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可直接沿用的基线部分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需求模型 V0.2：12 用例 / 15 业务规则 / 16 领域对象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13 条 NFR / 12 条 FR / 12 项待验证清单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SRS V1.0 与 SPEC V1.0 两份文档主体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用例图、领域模型图、一张关键流程活动图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调研结论：PDF 为首要入口、4 类用户场景、MoSCoW 优先级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估算约占建模交付的 70%–80%，主体确实已经完成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识别出的缺口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修订：用例图关系 2 处、领域模型多重度 3 处、缺失类 3 组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补全：用例规约缺 7 条、追踪矩阵仅一段文字、12 项 TBD 无验证方案、模型与 SRS 的 FR 编号冲突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新增：状态图、时序图、活动图、界面模型、用户访谈证据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重要发现：基线交付材料中 4 份为空白模板，全仓库无可追溯的用户访谈原始记录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→ 第 ③ 类正是课程「两组应有区分度」的着力点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V0.3 修订成果 · 用例图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修正两处关系，使用例图与用例前置条件自洽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R-01｜导入 → 处理并索引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基线写法：UC02 ..&gt; UC01 : &lt;&lt;extend&gt;&gt;　（处理并索引 扩展 导入文档）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修订为：UC01 ..&gt; UC02 : &lt;&lt;include&gt;&gt;　（导入文档 包含 处理并索引）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理由一：UC02 前置条件写的是「文档已登记」，说明处理是必经步骤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理由二：格式不支持、权限不足等失败分支仍由 UC02 异常路径承载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理由三：原写法会让人误解为「可以只导入不处理」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R-02｜核验引用的挂载位置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基线写法：UC09 ..&gt; UC08 : &lt;&lt;extend&gt;&gt;　（创建批注/笔记 扩展 核验引用）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修订为：UC08 ..&gt; UC06 / UC07 : &lt;&lt;extend&gt;&gt;，并移除 UC09 → UC08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理由一：核验引用发生在「看到一条带引用的回答之后」，宿主是被核验的回答用例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理由二：笔记与引用之间是数据关联（Note ⟶ Citation），不是行为扩展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※ 待评审裁决：已备保守方案（仅反向为 UC08 → UC09）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V0.3 修订成果 · 领域模型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修正三处多重度，补齐六类缺失的领域对象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多重度修正（R-03 ~ R-05）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R-03　Workspace "1" o-- "1..*" User　→　User "0..*" -- "1..*" Workspace : 成员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组合改关联：用户是系统一等实体，不应被工作区独占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R-04　Query "1" --&gt; "1" DocumentSet　→　Query "0..*" --&gt; "0..1" DocumentSet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单文档问答不构造文档集合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R-05　ExportJob "1" --&gt; "1..*" Note　→　ExportJob "0..*" --&gt; "0..*" Note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仅导出摘要或引用时，导出任务不含笔记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新增领域类（R-06 ~ R-08）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R-06　IndexingRun / Index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Index 显式保留 version_id 与 stale，承载 BR06 的失效传播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R-07　ModelConfig / Policy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基线仅有 Workspace.policy 一个字符串，撑不起 UC11 / BR02 / BR12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R-08　Notification / AuditEvent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审计留痕与状态提醒语义不同，分开建模；审计支撑「本次确认」可追溯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※ 显式声明：§4 参与者、BR01–BR15、NFR、FR、TBD 与 16 个原有类均未改动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第二小组增量 · WP-A 图形专项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廖欣豪｜补齐基线完全缺失的图，共 8 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状态图 ×2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A1　文档处理状态图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registered → queued → processing → parsed → indexed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异常态：needs_review / ocr_low_confidence / layout_uncertain / failed / stale / deleted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A2　回答生成状态图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requested → retrieving → evidence_checked → generating → citation_checked → answered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　　　分支态：local_evidence_only / needs_human_review / refused / model_failed / citation_invalid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时序图 ×3 与活动图 ×2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A3　时序图·问答与引用校验（依据 SPEC §7 /answers 事件流）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A4　时序图·逐文件外发确认（依据 SPEC §4.1、§4.2）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A5　时序图·导入-解析-索引（依据 SPEC §3）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A6　活动图·检索（UC05，权限先过滤，无答案降级）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A7　活动图·笔记与导出（UC09/UC10，源文件只读、指定路径写入）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A8　给基线混编活动图加泳道（用户 / 系统 / 云端模型 / 本地解析）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验收：状态集合与 SPEC/模型文字完全一致，无自造状态；每张图在 CodeArts 建档出图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第二小组增量 · WP-B / WP-C / WP-D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文档、界面、访谈三条线并行的补充计划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WP-B 文档（朱紫轩）　WP-C 界面（程禹轩）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WP-B：补全 12 条用例规约（基线仅 5 条简述，UC03/04/11/12 全缺）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WP-B：对齐模型与 SRS 的 FR 编号，显式标注 FR-11/12「暂不纳入一期」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WP-B：编制需求追踪矩阵 RTM（用例↔FR↔BR↔NFR↔SURVEY↔测试）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WP-B：12 项 TBD 逐项给出验证方式与责任人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WP-C：伪前端 8 个页面（library / search / notes / summary / settings / export …）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WP-C：产出界面清单、界面导航图、界面规约、界面-用例映射表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WP-C 验收：settings 的外发确认交互须符合 FR-10 与 BR12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WP-D 访谈（汪昊）与待验证问题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WP-D：设计访谈提纲，覆盖 n=20 问卷未触及的项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WP-D：招募 3–5 位受访者，覆盖 ≥2 类用户（学生 / 科研 / 办公审阅）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WP-D：产出 INT-001 起的证据编号，映射到 SURVEY / BR / NFR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WP-D：形成对 V0.3 的假设验证与修订建议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待验证（承接基线 TBD）：用户角色与共享工作区边界（TBD-1）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待验证：性能阈值（30 秒流式反馈 / 1 分钟完成）、格式边界（PPTX/XLSX/TXT）、引用失效回归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合规：仓库为 Public，访谈原件与个人信息一律不入库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交付物与下一步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C7DDEC"/>
                </a:solidFill>
                <a:latin typeface="微软雅黑"/>
                <a:ea typeface="微软雅黑"/>
                <a:cs typeface="微软雅黑"/>
              </a:rPr>
              <a:t>本轮完成 WP1 与 WP6，图形与文档专项随后回流归并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9260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6EA1C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本轮已完成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WP1：V0.3 需求模型（8 条修订逐条说明）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WP1：用例图-V0.3.puml、领域模型-V0.3.puml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WP6：2 组修改说明 / 版本记录 / AI 使用说明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WP6：2 组版汇报 PPT（本文件，中间版）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补齐了 1 组 PPT 第 8 页承诺却未随仓库交付的三份材料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提交方式：分支 2zu/gq/wp1-model-revision，走 PR 合并，不直接推送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17320"/>
            <a:ext cx="5394960" cy="4754880"/>
          </a:xfrm>
          <a:prstGeom prst="rect">
            <a:avLst/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50292" cy="475488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81912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F4E78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评审裁决 R-02 的两种处理方案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WP-A / WP-B / WP-C / WP-D 产出回流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归并为完整 V0.4 模型包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④ 导入华为 CodeArts Modeling 正式建档出图（课程强制）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⑤ 进入需求分析与架构设计阶段</a:t>
            </a:r>
          </a:p>
          <a:p>
            <a:pPr>
              <a:spcBef>
                <a:spcPts val="600"/>
              </a:spcBef>
            </a:pPr>
            <a:r>
              <a:rPr sz="13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AI 使用：辅助生成与一致性检查；关键模型关系、数据边界与引用规则由人工确认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