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c6fb65c7e04fac" /><Relationship Type="http://schemas.openxmlformats.org/officeDocument/2006/relationships/extended-properties" Target="/docProps/app.xml" Id="Redf6e4916e664d1c" /><Relationship Type="http://schemas.openxmlformats.org/officeDocument/2006/relationships/officeDocument" Target="/ppt/presentation.xml" Id="R442f972480424d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6aac15a0794d90"/>
  </p:sldMasterIdLst>
  <p:notesMasterIdLst>
    <p:notesMasterId xmlns:r="http://schemas.openxmlformats.org/officeDocument/2006/relationships" r:id="R8c646d8d00944f5f"/>
  </p:notesMasterIdLst>
  <p:sldIdLst>
    <p:sldId xmlns:r="http://schemas.openxmlformats.org/officeDocument/2006/relationships" id="256" r:id="R74409089d7f64718"/>
    <p:sldId xmlns:r="http://schemas.openxmlformats.org/officeDocument/2006/relationships" id="257" r:id="R6dd634d366424935"/>
    <p:sldId xmlns:r="http://schemas.openxmlformats.org/officeDocument/2006/relationships" id="258" r:id="R9caf57184d0a49f6"/>
    <p:sldId xmlns:r="http://schemas.openxmlformats.org/officeDocument/2006/relationships" id="259" r:id="R7f8cf9b8919049c9"/>
    <p:sldId xmlns:r="http://schemas.openxmlformats.org/officeDocument/2006/relationships" id="260" r:id="R6133a882d3b74e0f"/>
    <p:sldId xmlns:r="http://schemas.openxmlformats.org/officeDocument/2006/relationships" id="261" r:id="Rec33e8162a7b43c3"/>
    <p:sldId xmlns:r="http://schemas.openxmlformats.org/officeDocument/2006/relationships" id="262" r:id="R263efe59eecf4cfd"/>
    <p:sldId xmlns:r="http://schemas.openxmlformats.org/officeDocument/2006/relationships" id="263" r:id="R462a678725c447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da042960c34fd2" /><Relationship Type="http://schemas.openxmlformats.org/officeDocument/2006/relationships/slideMaster" Target="/ppt/slideMasters/slideMaster1.xml" Id="Rc76aac15a0794d90" /><Relationship Type="http://schemas.openxmlformats.org/officeDocument/2006/relationships/notesMaster" Target="/ppt/notesMasters/notesMaster1.xml" Id="R8c646d8d00944f5f" /><Relationship Type="http://schemas.openxmlformats.org/officeDocument/2006/relationships/presProps" Target="/ppt/presProps.xml" Id="R4200bd5a0a294c91" /><Relationship Type="http://schemas.openxmlformats.org/officeDocument/2006/relationships/tableStyles" Target="/ppt/tableStyles.xml" Id="R0b2355f9b35643d1" /><Relationship Type="http://schemas.openxmlformats.org/officeDocument/2006/relationships/slide" Target="/ppt/slides/slide1.xml" Id="R74409089d7f64718" /><Relationship Type="http://schemas.openxmlformats.org/officeDocument/2006/relationships/slide" Target="/ppt/slides/slide2.xml" Id="R6dd634d366424935" /><Relationship Type="http://schemas.openxmlformats.org/officeDocument/2006/relationships/slide" Target="/ppt/slides/slide3.xml" Id="R9caf57184d0a49f6" /><Relationship Type="http://schemas.openxmlformats.org/officeDocument/2006/relationships/slide" Target="/ppt/slides/slide4.xml" Id="R7f8cf9b8919049c9" /><Relationship Type="http://schemas.openxmlformats.org/officeDocument/2006/relationships/slide" Target="/ppt/slides/slide5.xml" Id="R6133a882d3b74e0f" /><Relationship Type="http://schemas.openxmlformats.org/officeDocument/2006/relationships/slide" Target="/ppt/slides/slide6.xml" Id="Rec33e8162a7b43c3" /><Relationship Type="http://schemas.openxmlformats.org/officeDocument/2006/relationships/slide" Target="/ppt/slides/slide7.xml" Id="R263efe59eecf4cfd" /><Relationship Type="http://schemas.openxmlformats.org/officeDocument/2006/relationships/slide" Target="/ppt/slides/slide8.xml" Id="R462a678725c447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7e340b826141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761809ee3848b2" /><Relationship Type="http://schemas.openxmlformats.org/officeDocument/2006/relationships/notesMaster" Target="/ppt/notesMasters/notesMaster1.xml" Id="Rb129037faa0248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b9d0a0592e4e0b" /><Relationship Type="http://schemas.openxmlformats.org/officeDocument/2006/relationships/notesMaster" Target="/ppt/notesMasters/notesMaster1.xml" Id="R40b7f7eb6e5544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2244f924994450" /><Relationship Type="http://schemas.openxmlformats.org/officeDocument/2006/relationships/notesMaster" Target="/ppt/notesMasters/notesMaster1.xml" Id="Rd231632f9f1f46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1bb03b2884434e" /><Relationship Type="http://schemas.openxmlformats.org/officeDocument/2006/relationships/notesMaster" Target="/ppt/notesMasters/notesMaster1.xml" Id="Rf2fcee71680d44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8a7b159a504d88" /><Relationship Type="http://schemas.openxmlformats.org/officeDocument/2006/relationships/notesMaster" Target="/ppt/notesMasters/notesMaster1.xml" Id="R13e529c7723d41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e9ef43ce6f4ebd" /><Relationship Type="http://schemas.openxmlformats.org/officeDocument/2006/relationships/notesMaster" Target="/ppt/notesMasters/notesMaster1.xml" Id="R1b9d94d173f646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f630ae51884872" /><Relationship Type="http://schemas.openxmlformats.org/officeDocument/2006/relationships/notesMaster" Target="/ppt/notesMasters/notesMaster1.xml" Id="Rf46d877eb48848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90b39344b34dbb" /><Relationship Type="http://schemas.openxmlformats.org/officeDocument/2006/relationships/notesMaster" Target="/ppt/notesMasters/notesMaster1.xml" Id="Rda49f91afa0049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首页已补充课程、实践项目、全体成员、分组和协作分工说明。</a:t>
            </a:r>
          </a:p>
          <a:p xmlns:a="http://schemas.openxmlformats.org/drawingml/2006/main">
            <a:r>
              <a:t>当前汇报范围：需求调研成果。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来源：需求建模启动包.md；统计结果.pdf。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来源：统计结果.pdf Q10；01-需求调研报告-智能阅读器.docx。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来源：统计结果.pdf Q2、Q3。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来源：统计结果.pdf Q4-Q8；需求模型V0.1.md BR11-BR14。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来源：需求模型V0.1.md BR01-BR15、NFR09-NFR13；需求建模启动包.md。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来源：01-需求调研报告-智能阅读器.docx；03-AI使用说明.md。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7f9c058ad48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d1da712f346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ff3eca03247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b15a4b2244a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6624a78f047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c659460ea41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FA6D21-F719-443F-89D7-B0FF02B7C2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73A25C-0B62-4B57-A83F-051C343419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F5D5AA-510C-47A9-B1CD-F3D39925D0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CFC2F2-7FC6-4189-B99B-80E35D009A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9C40CB-5814-4FAB-9A2E-F03F3E427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5C2B30-4AC2-46DB-B754-3CD7F1A83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E80CF8-DEF9-45E3-B985-5C5CF1728A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352E06-1C88-46BC-8592-2D59E12053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80B9A6-8CA6-46FF-ADA7-10076F5AD4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A3F0D7-F70B-4FC1-A9C6-427600CAB6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454525fa954fa3" /><Relationship Type="http://schemas.openxmlformats.org/officeDocument/2006/relationships/slideLayout" Target="/ppt/slideLayouts/slideLayout1.xml" Id="R4e20c2b06deb4b40" /><Relationship Type="http://schemas.openxmlformats.org/officeDocument/2006/relationships/slideLayout" Target="/ppt/slideLayouts/slideLayout2.xml" Id="Rceff68f67c8e45c1" /><Relationship Type="http://schemas.openxmlformats.org/officeDocument/2006/relationships/slideLayout" Target="/ppt/slideLayouts/slideLayout3.xml" Id="R6fbbc1d337644eec" /><Relationship Type="http://schemas.openxmlformats.org/officeDocument/2006/relationships/slideLayout" Target="/ppt/slideLayouts/slideLayout4.xml" Id="Rdf0b328d377843a8" /><Relationship Type="http://schemas.openxmlformats.org/officeDocument/2006/relationships/slideLayout" Target="/ppt/slideLayouts/slideLayout5.xml" Id="Rc1439c8fd2b647df" /><Relationship Type="http://schemas.openxmlformats.org/officeDocument/2006/relationships/slideLayout" Target="/ppt/slideLayouts/slideLayout6.xml" Id="Re94f977f248d43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20c2b06deb4b40"/>
    <p:sldLayoutId xmlns:r="http://schemas.openxmlformats.org/officeDocument/2006/relationships" id="2147483650" r:id="Rceff68f67c8e45c1"/>
    <p:sldLayoutId xmlns:r="http://schemas.openxmlformats.org/officeDocument/2006/relationships" id="2147483651" r:id="R6fbbc1d337644eec"/>
    <p:sldLayoutId xmlns:r="http://schemas.openxmlformats.org/officeDocument/2006/relationships" id="2147483652" r:id="Rdf0b328d377843a8"/>
    <p:sldLayoutId xmlns:r="http://schemas.openxmlformats.org/officeDocument/2006/relationships" id="2147483653" r:id="Rc1439c8fd2b647df"/>
    <p:sldLayoutId xmlns:r="http://schemas.openxmlformats.org/officeDocument/2006/relationships" id="2147483654" r:id="Re94f977f248d43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5df443eaef4ec1" /><Relationship Type="http://schemas.openxmlformats.org/officeDocument/2006/relationships/notesSlide" Target="/ppt/notesSlides/notesSlide1.xml" Id="Re408ae0eae5440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7808488e94de3" /><Relationship Type="http://schemas.openxmlformats.org/officeDocument/2006/relationships/notesSlide" Target="/ppt/notesSlides/notesSlide2.xml" Id="Rfd7f16736fb840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cdf62e51344e42" /><Relationship Type="http://schemas.openxmlformats.org/officeDocument/2006/relationships/notesSlide" Target="/ppt/notesSlides/notesSlide3.xml" Id="Rd8f40ec41f6d43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ab09d3b8f248f2" /><Relationship Type="http://schemas.openxmlformats.org/officeDocument/2006/relationships/notesSlide" Target="/ppt/notesSlides/notesSlide4.xml" Id="R284bca81038546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749351247140d0" /><Relationship Type="http://schemas.openxmlformats.org/officeDocument/2006/relationships/notesSlide" Target="/ppt/notesSlides/notesSlide5.xml" Id="R71171a46938742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522c48fb64cf0" /><Relationship Type="http://schemas.openxmlformats.org/officeDocument/2006/relationships/notesSlide" Target="/ppt/notesSlides/notesSlide6.xml" Id="R02bf112ada6e47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ef1e990e5455e" /><Relationship Type="http://schemas.openxmlformats.org/officeDocument/2006/relationships/notesSlide" Target="/ppt/notesSlides/notesSlide7.xml" Id="Rabeec4cd649e41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907dd1f0294059" /><Relationship Type="http://schemas.openxmlformats.org/officeDocument/2006/relationships/notesSlide" Target="/ppt/notesSlides/notesSlide8.xml" Id="R21c1dc895b1d4d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A65D8-916A-43B5-B684-9EDCD4B7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solidFill>
              <a:srgbClr val="55A6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9379F-DC82-4388-9D32-3F1DF69A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86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软件系统分析与设计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11610-9827-4665-AE93-07A77AF2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90625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实践项目：智能阅读助手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565E3-A1C4-4965-BA9A-F6F699B2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85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rPr>
              <a:t>内置 AI 助手的文档阅读器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B23CF-5459-4B82-AAD5-6F934C1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rPr>
              <a:t>需求调研成果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706CF-8282-4879-A652-BEF544CF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rPr>
              <a:t>项目成员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E0D68-AF00-4E98-A5B8-66365002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04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第一小组  |  需求调研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94060-AAF0-4682-8AB8-36524C24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rPr>
              <a:t>刘泽彤  ·  王嘉诚  ·  罗凤宇  ·  何亚聪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5C8AE-B8A0-4028-B00B-132D2C61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43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第二小组  |  需求建模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9A813-5332-492F-8948-E6622DB1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5EDF0"/>
                </a:solidFill>
                <a:latin typeface="Microsoft YaHei"/>
                <a:ea typeface="Microsoft YaHei"/>
                <a:cs typeface="Microsoft YaHei"/>
              </a:rPr>
              <a:t>郭谦  ·  程禹轩  ·  朱紫轩  ·  廖欣豪  ·  汪昊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2689B-3513-41BE-BC71-8465E81E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FB5"/>
          </a:solidFill>
          <a:ln xmlns:a="http://schemas.openxmlformats.org/drawingml/2006/main" w="0">
            <a:solidFill>
              <a:srgbClr val="5E9F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EAAD4-9ED9-4DBB-A8BF-ED6BA6B8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rPr>
              <a:t>分工说明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9579C-A59F-47E5-9659-5A1623B7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1019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两个小组采用不同的大模型和技术路线开展实现，后期再进行模块化合并。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为保证模块能够顺利合并，前期需求调研与需求建模基于共同基础，由两组共同完成。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第一小组负责需求调研，第二小组负责需求建模。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0C2C2-65D5-4777-8B2A-CB9134C3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29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CED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9CEDB"/>
                </a:solidFill>
                <a:latin typeface="Microsoft YaHei"/>
                <a:ea typeface="Microsoft YaHei"/>
                <a:cs typeface="Microsoft YaHei"/>
              </a:rPr>
              <a:t>课堂展示与提交版本  |  2026 年 10 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1AA93-8914-44C4-840E-B5B954E4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rPr>
              <a:t>从原文阅读到可核验的 AI 笔记</a:t>
            </a:r>
          </a:p>
        </p:txBody>
      </p:sp>
    </p:spTree>
    <p:extLst>
      <p:ext uri="{BB962C8B-B14F-4D97-AF65-F5344CB8AC3E}">
        <p14:creationId xmlns:p14="http://schemas.microsoft.com/office/powerpoint/2010/main" val="6711171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5B2AC-CD42-4600-9AE8-A7A3C784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调研目标与方法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FDAAD-8F6B-4944-95BD-2ECDC7E1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建立从用户问题到可验收需求的证据链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370DB-2376-4E26-B43E-AF787105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5338A-0C1A-4957-9C80-ED4E6B7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572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FCA7D-E030-45A1-B039-7AAEC3D3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050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调研目标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B2505-C91D-4074-AD92-E8E6EEC7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识别论文、课程、规范和办公审阅的高频问题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60379-385E-4F43-B181-401E0074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确定 AI 功能、文档格式和可信度的优先级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61F3B-C346-46E0-AA2E-DBCC7A75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671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明确模型能力、权限、数据和性能边界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994E8-194D-481D-A7C9-59779D11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D91D6-BA39-4756-8298-7107825C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证据来源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A167C-7BA5-4CCE-89A3-43BC7C41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课程要求与已有技术调研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35B27-B607-4DAC-AA50-CF5FFAD3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718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公开/授权文档样本与失败场景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7730B-478A-45C3-A0FF-7ED39554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671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20 份问卷统计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E206A-AB0A-4C2C-BAB8-FF59156B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624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解析、检索、引用与权限实验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F5D6B-0772-4B84-BDDF-D3857A93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577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V0.2 模型评审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9B43E-318E-4B85-B95C-5D6EF86F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智能阅读器  |  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D32E8-B575-40E9-9964-C04739B9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53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课程实践成果</a:t>
            </a:r>
          </a:p>
        </p:txBody>
      </p:sp>
    </p:spTree>
    <p:extLst>
      <p:ext uri="{BB962C8B-B14F-4D97-AF65-F5344CB8AC3E}">
        <p14:creationId xmlns:p14="http://schemas.microsoft.com/office/powerpoint/2010/main" val="675324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2BC5A-D2AA-49BB-B74E-6B2EB6A1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用户场景与痛点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79CB4-F648-4464-905E-96B6F2CE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同一问题贯穿阅读、理解、核验和整理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7463A-8D37-472C-984F-F98AF6BF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A3148-E858-4A97-AD1C-B3BBCBF4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6E3FA-D010-4075-B5BE-C04BD9FB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240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175DA-AF98-4DC8-9B81-F0517088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1B9A6-2D66-4A10-A2E1-4443964A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论文精读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C432B-65EA-4B01-B4EC-21A7B496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找论点、看证据、对比文献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1143C-1A85-4B5D-880D-A4274B75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81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引用难回溯，长文档定位慢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5D07B-7158-466F-A0C5-390A8699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课程学习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E55CA-B9CB-4270-936A-334969B0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3675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读教材、查概念、做笔记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91834-7C58-442E-B107-70597F3E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33675"/>
            <a:ext cx="381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理解成本高，信息整理分散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B95CE-49D4-4118-8EAE-C2F4AE3B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技术规范查阅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46661-A694-46C1-8E1C-AFA1B314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14725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解释条款、查前置知识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70C13-3ECC-4AE6-8BB7-E0A0D666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14725"/>
            <a:ext cx="381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格式复杂，答案需要依据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5ECB0-DBDA-43DA-8F0E-EDA1F27E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办公文档审阅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6AEB1-D65B-4709-93BB-3161E6D0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95775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提取要点、生成衍生文件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23A3E-50C0-4C31-BEBD-F65D715A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95775"/>
            <a:ext cx="381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权限弹窗多，不能改源文件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4652F-4A8F-4D5F-B70C-14234726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rPr>
              <a:t>设计回应：让 AI 留在原文上下文中工作，让关键结论回到来源。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D06A3-A55E-470F-B557-0E12420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智能阅读器  |  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72A27-DA10-4842-A4F7-145758F9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53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课程实践成果</a:t>
            </a:r>
          </a:p>
        </p:txBody>
      </p:sp>
    </p:spTree>
    <p:extLst>
      <p:ext uri="{BB962C8B-B14F-4D97-AF65-F5344CB8AC3E}">
        <p14:creationId xmlns:p14="http://schemas.microsoft.com/office/powerpoint/2010/main" val="352547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39F9B1-B183-4C6A-8D03-D46DCECE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问卷结果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46C01-37AC-461D-85DB-A7F06D8B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n=20；多选题按选择人数统计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801B6-B4C7-4A71-B347-F6CE85A6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9A2E9-8624-47A5-A30A-70E97D99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文档格式使用情况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B9887-3DD9-4FD3-918B-6B91B72F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7EDF4-2308-41E7-9B74-3B434D2C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76450"/>
            <a:ext cx="5143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D6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251F3-E37E-48C7-8EBA-C6E730F1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BF44B-0519-4F14-A779-6A021758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DOCX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330C2-1B7C-4E0D-A4B9-D4233EBD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3143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D6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716FF-4AD9-435C-AFD2-F718B52C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4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DCD13-AD20-4B74-A4C0-EAB99F67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384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Markdown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60890-255D-4A9E-8C4F-59EBAE15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67050"/>
            <a:ext cx="3143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D6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A9EC1-321A-4F2F-A3B1-DE37B386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384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B4905-0499-4711-A1FC-D5D5F30C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33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PPTX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DB4BC-EEA6-45DD-BD85-B8EEE1B5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62350"/>
            <a:ext cx="2857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D6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1A548-FFCD-4C81-9EFD-BBFB0B50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337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5AE29-3EA1-4BCE-8EA2-99002EAA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290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XLSX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D0019-9D6C-465B-8B2B-1B3EE0FB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57650"/>
            <a:ext cx="1143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D6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D5B92-6525-43A8-B2D1-0DFBEC5C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550CB-E51C-4BBC-959A-319CA9A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24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B25D4-E855-4B5C-88AF-87C07EC4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1143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D6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E7CC2-478D-45FB-805A-9A63076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24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543C2-5AA9-4AFC-A19A-D1597208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476500" cy="3143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599EB-BD68-4871-B81A-48CAA82A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52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AI 任务首选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9EB8F6-B2C4-45AE-8BA1-D6464562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62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rPr>
              <a:t>18 / 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E88F28-F327-4084-A902-FBCE3960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全文提纲与概括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8D1739-6ABA-4E12-AD23-61FC6F8B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576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D6A9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2D6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D6A94"/>
                </a:solidFill>
                <a:latin typeface="Microsoft YaHei"/>
                <a:ea typeface="Microsoft YaHei"/>
                <a:cs typeface="Microsoft YaHei"/>
              </a:rPr>
              <a:t>13 / 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13BC0F-7B1D-47DB-9AF2-0930C1CC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624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语义定位与选中文本解释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A21282-D5C4-49A3-9148-56FCBB7B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智能阅读器  |  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2A25E9-B7AC-43D9-AFAC-6AA5A086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53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课程实践成果</a:t>
            </a:r>
          </a:p>
        </p:txBody>
      </p:sp>
    </p:spTree>
    <p:extLst>
      <p:ext uri="{BB962C8B-B14F-4D97-AF65-F5344CB8AC3E}">
        <p14:creationId xmlns:p14="http://schemas.microsoft.com/office/powerpoint/2010/main" val="704946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C941B-2FFC-4107-B759-F63B53A2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可信度、权限与联网偏好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8097C-70CD-49C7-A7B5-306D3AA7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用户希望 AI 可验证，也希望文件访问可控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DB421-A59F-4CBA-B433-93B8AA0F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233DD-3592-4B7D-8674-5A06FE86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B4D6D-E5D2-43D4-A32A-80D053A0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62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引用可信度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73B01-95CA-45E7-AF0B-BACBF452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62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17/20 要求页码、跳转和原文高亮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F7089-350E-4049-8C37-B3B33301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rPr>
              <a:t>引用核验设为 Must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45D07-1E7E-4D22-BBC5-7F71D954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8CDB3-3285-4B7E-8703-3EA0EF5F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67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云端外发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88CDB-247C-491F-BB7F-40848D4F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67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14/20 接受逐文件询问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5B15F-C00B-4A0B-AB7A-B0A64A96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rPr>
              <a:t>禁止默认自动上传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C8673-AC75-4419-90E3-5780B905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37D37-211B-4DA4-B42D-CD8C7718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71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离线能力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14E9A-D926-449E-AAD9-AC39EF8B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718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15/20 接受离线阅读、联网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49497-0745-464D-949D-9EEE4416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71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rPr>
              <a:t>离线阅读保留，AI 可降级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1C25B-0540-45E6-9C7E-C213A2DF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2E963-C64F-487E-AF84-254156A0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设备权限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5ED08-BD05-49F3-A00F-E797C13A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76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16/20 接受指定位置保存衍生文件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C7FE6-7BCD-4631-96DA-BA57A125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rPr>
              <a:t>导出位置由用户指定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82901-7D30-44C6-9F86-7FF54A67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智能阅读器  |  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E94FB0-52B1-46A1-BA17-1A8BB20E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53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课程实践成果</a:t>
            </a:r>
          </a:p>
        </p:txBody>
      </p:sp>
    </p:spTree>
    <p:extLst>
      <p:ext uri="{BB962C8B-B14F-4D97-AF65-F5344CB8AC3E}">
        <p14:creationId xmlns:p14="http://schemas.microsoft.com/office/powerpoint/2010/main" val="16516663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D4521A-8ECC-4A1F-BA2A-916A3656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需求优先级与一期边界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145C5-6E5A-4F55-B8FE-A3F0F194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先保障可信阅读链路，再扩展格式和外部知识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84304-24D3-49E7-87DD-9628136E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D2CCB-C880-4495-8190-CAD5439D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3238500" cy="3810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6C37B-1427-4715-8D5C-188738D0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D7D69"/>
                </a:solidFill>
                <a:latin typeface="Microsoft YaHei"/>
                <a:ea typeface="Microsoft YaHei"/>
                <a:cs typeface="Microsoft YaHei"/>
              </a:rPr>
              <a:t>Must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BAA2C-CD8A-4B17-972C-C0256C82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PDF 阅读与导入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A84B2-C338-4189-A343-E64813C9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目录、页面、全文检索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50891-18D0-4FC7-A5E2-A6E00633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861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摘要、选中文本问答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B44CF-2203-4890-BB33-72D50CB2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433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引用跳转高亮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91F11-3EE0-471F-AD5B-9290E047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005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权限门控与离线阅读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D8234-FA81-4577-8C97-4B360AF4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3810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DDDE5-FA32-4900-A62E-397D17A0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05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D6A9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2D6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D6A94"/>
                </a:solidFill>
                <a:latin typeface="Microsoft YaHei"/>
                <a:ea typeface="Microsoft YaHei"/>
                <a:cs typeface="Microsoft YaHei"/>
              </a:rPr>
              <a:t>Should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32A29-E344-49BC-9571-72725EA1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DOCX / Markdown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8CDA7-5B16-4128-A501-83D0F15C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语义与模糊检索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42DFF-E4D9-4502-95E9-75F7CE71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861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授权文档集检索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0A936-E194-4ADE-ABF9-06873795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笔记、标签与导出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F8A29-B503-4F10-8A65-7834A3FC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流式进度反馈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B855D-8D4B-40DD-AC11-F1194D28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19250"/>
            <a:ext cx="3238500" cy="3810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A6D9B-B557-43DD-8ED0-9E4D966A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C980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C980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98024"/>
                </a:solidFill>
                <a:latin typeface="Microsoft YaHei"/>
                <a:ea typeface="Microsoft YaHei"/>
                <a:cs typeface="Microsoft YaHei"/>
              </a:rPr>
              <a:t>Could / Later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4850F-8D27-4F94-BFCF-9CAC5A41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PPTX 扩展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B550B-E20B-41B6-A815-C9DAEF87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外部权威资料链接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EF1D6-E9D6-4797-A8BD-5276D905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861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完全离线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0F956-953F-4844-B749-E9563681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433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复杂表格公式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09EF50-2223-40BB-BBBA-259E9E51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005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跨组织全局问答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0C147D-9460-4E50-B33A-D31BB4D3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智能阅读器  |  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7E19D3-4FA6-4AAF-9A1F-4CEF9770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53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课程实践成果</a:t>
            </a:r>
          </a:p>
        </p:txBody>
      </p:sp>
    </p:spTree>
    <p:extLst>
      <p:ext uri="{BB962C8B-B14F-4D97-AF65-F5344CB8AC3E}">
        <p14:creationId xmlns:p14="http://schemas.microsoft.com/office/powerpoint/2010/main" val="206226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F32960-A131-4A01-B594-F99A2B6B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技术与合规结论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3262D-9A37-4F59-B937-C184F849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用户偏好转化为可实现的系统边界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46F37-E5F2-4181-A937-5D0D6493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B147E-95D5-450B-B63F-F58B8DB7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37703-D96C-49FE-951E-8BA420BC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4C559-CA92-4D2A-B004-90D69288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717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本地解析/OCR + 统一中间表示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99E15-F0E8-463F-91BD-ED6CA063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432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全文、向量和混合检索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86E65-D19B-4323-A38C-111DE781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147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Evidence Contract 与引用校验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01EEE-0373-437F-BAF7-301F743E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862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云端失败时原文/检索降级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76F64-EC9B-4118-8455-513155FC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4762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88B18-19D9-4C4E-B8E0-E5B64FBD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050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B5D"/>
                </a:solidFill>
                <a:latin typeface="Microsoft YaHei"/>
                <a:ea typeface="Microsoft YaHei"/>
                <a:cs typeface="Microsoft YaHei"/>
              </a:rPr>
              <a:t>合规底线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F4C3A-A2CB-487F-B13B-28177D59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717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只用公开或经授权、脱敏样本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7AA29-1C72-41D1-B665-228C7029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670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默认只访问用户选择的文件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60A63-C134-44F9-AC47-7E37F8E4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23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逐文件确认外发范围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88DCE-4B30-4209-A0FA-EAE1748A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576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源文件只读，导出到指定位置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FB393-905B-49D3-A9DA-5B91EE8A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529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删除、撤权和 stale 状态可追踪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4060C-4202-46AE-A997-03F34562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智能阅读器  |  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777E6-D0A4-454D-BC56-E836F184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53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课程实践成果</a:t>
            </a:r>
          </a:p>
        </p:txBody>
      </p:sp>
    </p:spTree>
    <p:extLst>
      <p:ext uri="{BB962C8B-B14F-4D97-AF65-F5344CB8AC3E}">
        <p14:creationId xmlns:p14="http://schemas.microsoft.com/office/powerpoint/2010/main" val="4975265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5F877-EF6B-4450-94C4-B6416088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调研结论与下一步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75EB9-AFFF-46E8-99B7-DADE898A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rPr>
              <a:t>当前已完成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3543A-7074-44D3-BFAF-9A53B5D1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用户痛点、场景和优先级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B2DF8-4EB5-4A4D-8485-EE95AB8F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问卷证据与技术边界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144A8-B109-42CD-B82A-F3158151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43275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需求模型 V0.2 与追踪关系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4C028-4CAE-4C97-9182-CBAE87F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5725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报告、SRS、SPEC 和展示材料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FC8F8-02EB-4859-BEBA-F140BCED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32385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E5275"/>
          </a:solidFill>
          <a:ln xmlns:a="http://schemas.openxmlformats.org/drawingml/2006/main" w="9525">
            <a:solidFill>
              <a:srgbClr val="5E9F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A4AD2-0F7C-4118-AC81-64F94328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5A6B5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A7A05-9BE4-44DF-B385-BB7B04B1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14625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补充角色访谈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完成样本压测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 SRS / SPEC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进入需求分析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D0190-1D15-4216-8775-76372844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DE6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CDE6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DE6EA"/>
                </a:solidFill>
                <a:latin typeface="Microsoft YaHei"/>
                <a:ea typeface="Microsoft YaHei"/>
                <a:cs typeface="Microsoft YaHei"/>
              </a:rPr>
              <a:t>问卷是排序依据，不是最终 SLA；性能与格式能力仍需实测。</a:t>
            </a:r>
          </a:p>
        </p:txBody>
      </p:sp>
    </p:spTree>
    <p:extLst>
      <p:ext uri="{BB962C8B-B14F-4D97-AF65-F5344CB8AC3E}">
        <p14:creationId xmlns:p14="http://schemas.microsoft.com/office/powerpoint/2010/main" val="420531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2026-10-13T23:40:57.9110000Z</dcterms:created>
  <dcterms:modified xsi:type="dcterms:W3CDTF">2026-10-13T23:40:57.9110000Z</dcterms:modified>
</coreProperties>
</file>